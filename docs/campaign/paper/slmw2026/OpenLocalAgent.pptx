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9144000" cx="1371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747775"/>
          </p15:clr>
        </p15:guide>
        <p15:guide id="2" pos="43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43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554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857554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67563" y="1323689"/>
            <a:ext cx="12780900" cy="364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7550" y="5038444"/>
            <a:ext cx="12780900" cy="140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67550" y="3823733"/>
            <a:ext cx="12780900" cy="14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67550" y="791156"/>
            <a:ext cx="127809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67550" y="2048844"/>
            <a:ext cx="127809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67550" y="791156"/>
            <a:ext cx="127809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67550" y="2048844"/>
            <a:ext cx="6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7248600" y="2048844"/>
            <a:ext cx="6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67550" y="791156"/>
            <a:ext cx="127809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67550" y="987733"/>
            <a:ext cx="42120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67550" y="2470400"/>
            <a:ext cx="4212000" cy="56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735375" y="800267"/>
            <a:ext cx="9551700" cy="7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858000" y="-222"/>
            <a:ext cx="68580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98250" y="2192311"/>
            <a:ext cx="60678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98250" y="4983244"/>
            <a:ext cx="6067800" cy="21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7409250" y="1287244"/>
            <a:ext cx="5755500" cy="65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67550" y="7521022"/>
            <a:ext cx="8998200" cy="10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67550" y="1966444"/>
            <a:ext cx="12780900" cy="34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67550" y="5603956"/>
            <a:ext cx="12780900" cy="23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67550" y="791156"/>
            <a:ext cx="127809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67550" y="2048844"/>
            <a:ext cx="127809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2708687" y="8290163"/>
            <a:ext cx="8232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94637" y="4986335"/>
            <a:ext cx="2970300" cy="2679300"/>
          </a:xfrm>
          <a:prstGeom prst="roundRect">
            <a:avLst>
              <a:gd fmla="val 8235" name="adj"/>
            </a:avLst>
          </a:prstGeom>
          <a:solidFill>
            <a:srgbClr val="D9D2E9"/>
          </a:solidFill>
          <a:ln cap="flat" cmpd="sng" w="19050">
            <a:solidFill>
              <a:srgbClr val="8E7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" name="Google Shape;55;p13"/>
          <p:cNvCxnSpPr>
            <a:stCxn id="56" idx="0"/>
            <a:endCxn id="57" idx="2"/>
          </p:cNvCxnSpPr>
          <p:nvPr/>
        </p:nvCxnSpPr>
        <p:spPr>
          <a:xfrm rot="10800000">
            <a:off x="2075197" y="5358409"/>
            <a:ext cx="0" cy="72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" name="Google Shape;58;p13"/>
          <p:cNvCxnSpPr>
            <a:stCxn id="59" idx="0"/>
            <a:endCxn id="60" idx="2"/>
          </p:cNvCxnSpPr>
          <p:nvPr/>
        </p:nvCxnSpPr>
        <p:spPr>
          <a:xfrm rot="10800000">
            <a:off x="1199947" y="6565953"/>
            <a:ext cx="0" cy="64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13"/>
          <p:cNvCxnSpPr>
            <a:stCxn id="62" idx="0"/>
            <a:endCxn id="63" idx="2"/>
          </p:cNvCxnSpPr>
          <p:nvPr/>
        </p:nvCxnSpPr>
        <p:spPr>
          <a:xfrm rot="10800000">
            <a:off x="2075078" y="6565953"/>
            <a:ext cx="0" cy="64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3"/>
          <p:cNvSpPr/>
          <p:nvPr/>
        </p:nvSpPr>
        <p:spPr>
          <a:xfrm>
            <a:off x="4739944" y="3368518"/>
            <a:ext cx="3133500" cy="3693600"/>
          </a:xfrm>
          <a:prstGeom prst="roundRect">
            <a:avLst>
              <a:gd fmla="val 6593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13"/>
          <p:cNvCxnSpPr>
            <a:stCxn id="66" idx="0"/>
            <a:endCxn id="67" idx="2"/>
          </p:cNvCxnSpPr>
          <p:nvPr/>
        </p:nvCxnSpPr>
        <p:spPr>
          <a:xfrm rot="10800000">
            <a:off x="6269970" y="2152928"/>
            <a:ext cx="11700" cy="145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3"/>
          <p:cNvCxnSpPr>
            <a:stCxn id="69" idx="0"/>
            <a:endCxn id="70" idx="4"/>
          </p:cNvCxnSpPr>
          <p:nvPr/>
        </p:nvCxnSpPr>
        <p:spPr>
          <a:xfrm rot="10800000">
            <a:off x="6281681" y="5569391"/>
            <a:ext cx="25200" cy="164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3"/>
          <p:cNvCxnSpPr>
            <a:stCxn id="70" idx="0"/>
            <a:endCxn id="66" idx="4"/>
          </p:cNvCxnSpPr>
          <p:nvPr/>
        </p:nvCxnSpPr>
        <p:spPr>
          <a:xfrm rot="10800000">
            <a:off x="6281670" y="3804152"/>
            <a:ext cx="0" cy="1566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" name="Google Shape;72;p13"/>
          <p:cNvSpPr/>
          <p:nvPr/>
        </p:nvSpPr>
        <p:spPr>
          <a:xfrm>
            <a:off x="5236031" y="6439560"/>
            <a:ext cx="2141700" cy="332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RMSNorm</a:t>
            </a:r>
            <a:endParaRPr/>
          </a:p>
        </p:txBody>
      </p:sp>
      <p:sp>
        <p:nvSpPr>
          <p:cNvPr id="73" name="Google Shape;73;p13"/>
          <p:cNvSpPr/>
          <p:nvPr/>
        </p:nvSpPr>
        <p:spPr>
          <a:xfrm>
            <a:off x="5211028" y="5822827"/>
            <a:ext cx="2141700" cy="4806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mixer</a:t>
            </a:r>
            <a:endParaRPr/>
          </a:p>
        </p:txBody>
      </p:sp>
      <p:sp>
        <p:nvSpPr>
          <p:cNvPr id="74" name="Google Shape;74;p13"/>
          <p:cNvSpPr/>
          <p:nvPr/>
        </p:nvSpPr>
        <p:spPr>
          <a:xfrm>
            <a:off x="5211028" y="4123378"/>
            <a:ext cx="2141700" cy="4806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SwiGLU feed-forward</a:t>
            </a:r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5211028" y="4828968"/>
            <a:ext cx="2141700" cy="332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RMSNorm</a:t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6184920" y="5371052"/>
            <a:ext cx="193500" cy="198300"/>
          </a:xfrm>
          <a:prstGeom prst="flowChartOr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5236031" y="7213691"/>
            <a:ext cx="2141700" cy="332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Embedding.16k BPE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6184920" y="3605828"/>
            <a:ext cx="193500" cy="198300"/>
          </a:xfrm>
          <a:prstGeom prst="flowChartOr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" name="Google Shape;76;p13"/>
          <p:cNvCxnSpPr>
            <a:stCxn id="69" idx="0"/>
            <a:endCxn id="70" idx="2"/>
          </p:cNvCxnSpPr>
          <p:nvPr/>
        </p:nvCxnSpPr>
        <p:spPr>
          <a:xfrm flipH="1" rot="5400000">
            <a:off x="5374031" y="6280841"/>
            <a:ext cx="1743600" cy="122100"/>
          </a:xfrm>
          <a:prstGeom prst="bentConnector4">
            <a:avLst>
              <a:gd fmla="val 19389" name="adj1"/>
              <a:gd fmla="val 1059696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3"/>
          <p:cNvCxnSpPr>
            <a:stCxn id="70" idx="0"/>
            <a:endCxn id="66" idx="2"/>
          </p:cNvCxnSpPr>
          <p:nvPr/>
        </p:nvCxnSpPr>
        <p:spPr>
          <a:xfrm flipH="1" rot="5400000">
            <a:off x="5400270" y="4489652"/>
            <a:ext cx="1666200" cy="96600"/>
          </a:xfrm>
          <a:prstGeom prst="bentConnector4">
            <a:avLst>
              <a:gd fmla="val 6927" name="adj1"/>
              <a:gd fmla="val 1317934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3"/>
          <p:cNvSpPr/>
          <p:nvPr/>
        </p:nvSpPr>
        <p:spPr>
          <a:xfrm>
            <a:off x="5199248" y="2884986"/>
            <a:ext cx="2141700" cy="332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RMSNorm</a:t>
            </a:r>
            <a:endParaRPr/>
          </a:p>
        </p:txBody>
      </p:sp>
      <p:sp>
        <p:nvSpPr>
          <p:cNvPr id="79" name="Google Shape;79;p13"/>
          <p:cNvSpPr/>
          <p:nvPr/>
        </p:nvSpPr>
        <p:spPr>
          <a:xfrm>
            <a:off x="5199248" y="2395244"/>
            <a:ext cx="2141700" cy="3321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LM head</a:t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5103099" y="1598805"/>
            <a:ext cx="233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target: agent capability the tool call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5083565" y="7665500"/>
            <a:ext cx="244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</a:rPr>
              <a:t>task + catalog tokens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7873504" y="6646735"/>
            <a:ext cx="79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x 18 layers</a:t>
            </a:r>
            <a:endParaRPr b="1" sz="800">
              <a:solidFill>
                <a:schemeClr val="dk2"/>
              </a:solidFill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851947" y="5628842"/>
            <a:ext cx="2446500" cy="2658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(out)</a:t>
            </a:r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1727078" y="6753886"/>
            <a:ext cx="696000" cy="26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84" name="Google Shape;84;p13"/>
          <p:cNvSpPr/>
          <p:nvPr/>
        </p:nvSpPr>
        <p:spPr>
          <a:xfrm>
            <a:off x="851947" y="6753886"/>
            <a:ext cx="696000" cy="26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59" name="Google Shape;59;p13"/>
          <p:cNvSpPr/>
          <p:nvPr/>
        </p:nvSpPr>
        <p:spPr>
          <a:xfrm>
            <a:off x="851947" y="7207653"/>
            <a:ext cx="696000" cy="26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62" name="Google Shape;62;p13"/>
          <p:cNvSpPr/>
          <p:nvPr/>
        </p:nvSpPr>
        <p:spPr>
          <a:xfrm>
            <a:off x="1727078" y="7207653"/>
            <a:ext cx="696000" cy="26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60" name="Google Shape;60;p13"/>
          <p:cNvSpPr/>
          <p:nvPr/>
        </p:nvSpPr>
        <p:spPr>
          <a:xfrm>
            <a:off x="851947" y="6300119"/>
            <a:ext cx="696000" cy="265800"/>
          </a:xfrm>
          <a:prstGeom prst="roundRect">
            <a:avLst>
              <a:gd fmla="val 49990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63" name="Google Shape;63;p13"/>
          <p:cNvSpPr/>
          <p:nvPr/>
        </p:nvSpPr>
        <p:spPr>
          <a:xfrm>
            <a:off x="1727078" y="6300119"/>
            <a:ext cx="696000" cy="26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85" name="Google Shape;85;p13"/>
          <p:cNvSpPr/>
          <p:nvPr/>
        </p:nvSpPr>
        <p:spPr>
          <a:xfrm>
            <a:off x="851947" y="7207653"/>
            <a:ext cx="2446500" cy="2658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(in)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851947" y="6082609"/>
            <a:ext cx="2446500" cy="4833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grouped-query attention</a:t>
            </a:r>
            <a:br>
              <a:rPr lang="en"/>
            </a:br>
            <a:r>
              <a:rPr lang="en" sz="900">
                <a:solidFill>
                  <a:srgbClr val="666666"/>
                </a:solidFill>
              </a:rPr>
              <a:t>10 </a:t>
            </a:r>
            <a:r>
              <a:rPr lang="en" sz="900">
                <a:solidFill>
                  <a:srgbClr val="666666"/>
                </a:solidFill>
              </a:rPr>
              <a:t>query heads 1 KV head</a:t>
            </a:r>
            <a:endParaRPr sz="900">
              <a:solidFill>
                <a:srgbClr val="666666"/>
              </a:solidFill>
            </a:endParaRPr>
          </a:p>
        </p:txBody>
      </p:sp>
      <p:cxnSp>
        <p:nvCxnSpPr>
          <p:cNvPr id="86" name="Google Shape;86;p13"/>
          <p:cNvCxnSpPr/>
          <p:nvPr/>
        </p:nvCxnSpPr>
        <p:spPr>
          <a:xfrm rot="10800000">
            <a:off x="3013901" y="6565653"/>
            <a:ext cx="0" cy="64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3"/>
          <p:cNvSpPr txBox="1"/>
          <p:nvPr/>
        </p:nvSpPr>
        <p:spPr>
          <a:xfrm>
            <a:off x="1199975" y="6953243"/>
            <a:ext cx="214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Q	            K		          V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851947" y="5092739"/>
            <a:ext cx="2446500" cy="265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41B47"/>
                </a:solidFill>
              </a:rPr>
              <a:t>MQA ATTENTION MIXER 6 of 18</a:t>
            </a:r>
            <a:endParaRPr b="1" sz="1000">
              <a:solidFill>
                <a:srgbClr val="741B47"/>
              </a:solidFill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94637" y="1689357"/>
            <a:ext cx="2970300" cy="2679300"/>
          </a:xfrm>
          <a:prstGeom prst="roundRect">
            <a:avLst>
              <a:gd fmla="val 8235" name="adj"/>
            </a:avLst>
          </a:prstGeom>
          <a:solidFill>
            <a:srgbClr val="D9D2E9"/>
          </a:solidFill>
          <a:ln cap="flat" cmpd="sng" w="19050">
            <a:solidFill>
              <a:srgbClr val="8E7CC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851947" y="3910675"/>
            <a:ext cx="696000" cy="26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90" name="Google Shape;90;p13"/>
          <p:cNvSpPr/>
          <p:nvPr/>
        </p:nvSpPr>
        <p:spPr>
          <a:xfrm>
            <a:off x="1727078" y="3910675"/>
            <a:ext cx="696000" cy="2658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91" name="Google Shape;91;p13"/>
          <p:cNvSpPr/>
          <p:nvPr/>
        </p:nvSpPr>
        <p:spPr>
          <a:xfrm>
            <a:off x="851947" y="3003141"/>
            <a:ext cx="696000" cy="265800"/>
          </a:xfrm>
          <a:prstGeom prst="roundRect">
            <a:avLst>
              <a:gd fmla="val 49990" name="adj"/>
            </a:avLst>
          </a:prstGeom>
          <a:solidFill>
            <a:srgbClr val="D9D9D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QK-Norm</a:t>
            </a:r>
            <a:endParaRPr sz="800"/>
          </a:p>
        </p:txBody>
      </p:sp>
      <p:sp>
        <p:nvSpPr>
          <p:cNvPr id="92" name="Google Shape;92;p13"/>
          <p:cNvSpPr/>
          <p:nvPr/>
        </p:nvSpPr>
        <p:spPr>
          <a:xfrm>
            <a:off x="851947" y="1795755"/>
            <a:ext cx="2695800" cy="2658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19050">
            <a:solidFill>
              <a:srgbClr val="EAD1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741B47"/>
                </a:solidFill>
              </a:rPr>
              <a:t>GATED SHORT-CONV MIXER 12 of 18</a:t>
            </a:r>
            <a:endParaRPr b="1" sz="1000">
              <a:solidFill>
                <a:srgbClr val="741B47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737931" y="1109175"/>
            <a:ext cx="306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OpenLocalAgent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2601611" y="2727354"/>
            <a:ext cx="193500" cy="198300"/>
          </a:xfrm>
          <a:prstGeom prst="flowChartSummingJunction">
            <a:avLst/>
          </a:prstGeom>
          <a:solidFill>
            <a:srgbClr val="D9D2E9"/>
          </a:solidFill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1540739" y="3424778"/>
            <a:ext cx="193500" cy="198300"/>
          </a:xfrm>
          <a:prstGeom prst="flowChartSummingJunction">
            <a:avLst/>
          </a:prstGeom>
          <a:solidFill>
            <a:srgbClr val="D9D2E9"/>
          </a:solidFill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13"/>
          <p:cNvCxnSpPr>
            <a:stCxn id="97" idx="1"/>
            <a:endCxn id="95" idx="2"/>
          </p:cNvCxnSpPr>
          <p:nvPr/>
        </p:nvCxnSpPr>
        <p:spPr>
          <a:xfrm flipH="1" rot="10800000">
            <a:off x="851947" y="3523975"/>
            <a:ext cx="688800" cy="519600"/>
          </a:xfrm>
          <a:prstGeom prst="bentConnector3">
            <a:avLst>
              <a:gd fmla="val 4198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" name="Google Shape;98;p13"/>
          <p:cNvCxnSpPr>
            <a:stCxn id="97" idx="0"/>
            <a:endCxn id="95" idx="6"/>
          </p:cNvCxnSpPr>
          <p:nvPr/>
        </p:nvCxnSpPr>
        <p:spPr>
          <a:xfrm flipH="1" rot="5400000">
            <a:off x="1711297" y="3546775"/>
            <a:ext cx="386700" cy="3411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3"/>
          <p:cNvCxnSpPr>
            <a:stCxn id="95" idx="0"/>
            <a:endCxn id="94" idx="2"/>
          </p:cNvCxnSpPr>
          <p:nvPr/>
        </p:nvCxnSpPr>
        <p:spPr>
          <a:xfrm rot="-5400000">
            <a:off x="1820489" y="2643578"/>
            <a:ext cx="598200" cy="964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3"/>
          <p:cNvCxnSpPr>
            <a:endCxn id="94" idx="6"/>
          </p:cNvCxnSpPr>
          <p:nvPr/>
        </p:nvCxnSpPr>
        <p:spPr>
          <a:xfrm flipH="1" rot="5400000">
            <a:off x="2391911" y="3229704"/>
            <a:ext cx="1071600" cy="2652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3"/>
          <p:cNvCxnSpPr>
            <a:stCxn id="94" idx="0"/>
            <a:endCxn id="92" idx="2"/>
          </p:cNvCxnSpPr>
          <p:nvPr/>
        </p:nvCxnSpPr>
        <p:spPr>
          <a:xfrm flipH="1" rot="5400000">
            <a:off x="2116211" y="2145204"/>
            <a:ext cx="665700" cy="4986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3"/>
          <p:cNvSpPr/>
          <p:nvPr/>
        </p:nvSpPr>
        <p:spPr>
          <a:xfrm>
            <a:off x="851947" y="2331864"/>
            <a:ext cx="2446500" cy="2658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(out)</a:t>
            </a:r>
            <a:endParaRPr/>
          </a:p>
        </p:txBody>
      </p:sp>
      <p:cxnSp>
        <p:nvCxnSpPr>
          <p:cNvPr id="103" name="Google Shape;103;p13"/>
          <p:cNvCxnSpPr>
            <a:stCxn id="64" idx="1"/>
            <a:endCxn id="54" idx="3"/>
          </p:cNvCxnSpPr>
          <p:nvPr/>
        </p:nvCxnSpPr>
        <p:spPr>
          <a:xfrm flipH="1">
            <a:off x="3665044" y="5215318"/>
            <a:ext cx="1074900" cy="1110600"/>
          </a:xfrm>
          <a:prstGeom prst="curvedConnector3">
            <a:avLst>
              <a:gd fmla="val 50005" name="adj1"/>
            </a:avLst>
          </a:prstGeom>
          <a:noFill/>
          <a:ln cap="flat" cmpd="sng" w="19050">
            <a:solidFill>
              <a:srgbClr val="8E7CC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3"/>
          <p:cNvCxnSpPr>
            <a:stCxn id="64" idx="1"/>
            <a:endCxn id="88" idx="3"/>
          </p:cNvCxnSpPr>
          <p:nvPr/>
        </p:nvCxnSpPr>
        <p:spPr>
          <a:xfrm rot="10800000">
            <a:off x="3665044" y="3028918"/>
            <a:ext cx="1074900" cy="2186400"/>
          </a:xfrm>
          <a:prstGeom prst="curvedConnector3">
            <a:avLst>
              <a:gd fmla="val 50005" name="adj1"/>
            </a:avLst>
          </a:prstGeom>
          <a:noFill/>
          <a:ln cap="flat" cmpd="sng" w="19050">
            <a:solidFill>
              <a:srgbClr val="8E7CC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5" name="Google Shape;105;p13"/>
          <p:cNvSpPr/>
          <p:nvPr/>
        </p:nvSpPr>
        <p:spPr>
          <a:xfrm>
            <a:off x="9479863" y="1619613"/>
            <a:ext cx="3541500" cy="2413800"/>
          </a:xfrm>
          <a:prstGeom prst="roundRect">
            <a:avLst>
              <a:gd fmla="val 6593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OPEN ECOSYSTEM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6" name="Google Shape;106;p13"/>
          <p:cNvSpPr/>
          <p:nvPr/>
        </p:nvSpPr>
        <p:spPr>
          <a:xfrm>
            <a:off x="9994962" y="3180228"/>
            <a:ext cx="2511300" cy="55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checkpoints</a:t>
            </a:r>
            <a:br>
              <a:rPr b="1" lang="en"/>
            </a:br>
            <a:r>
              <a:rPr lang="en" sz="1100">
                <a:solidFill>
                  <a:srgbClr val="666666"/>
                </a:solidFill>
              </a:rPr>
              <a:t>(LFM2.5, Qwen3.0, etc…)</a:t>
            </a:r>
            <a:endParaRPr sz="1100">
              <a:solidFill>
                <a:srgbClr val="666666"/>
              </a:solidFill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9994962" y="2415279"/>
            <a:ext cx="2511300" cy="55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 distillation data</a:t>
            </a:r>
            <a:br>
              <a:rPr b="1" lang="en"/>
            </a:br>
            <a:r>
              <a:rPr b="1" lang="en" sz="1100">
                <a:solidFill>
                  <a:srgbClr val="999999"/>
                </a:solidFill>
              </a:rPr>
              <a:t>(qwen3.8-max, kimi-k3, etc…)</a:t>
            </a:r>
            <a:endParaRPr b="1" sz="1100">
              <a:solidFill>
                <a:srgbClr val="999999"/>
              </a:solidFill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851947" y="3910675"/>
            <a:ext cx="2446500" cy="265800"/>
          </a:xfrm>
          <a:prstGeom prst="roundRect">
            <a:avLst>
              <a:gd fmla="val 16667" name="adj"/>
            </a:avLst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(in)</a:t>
            </a:r>
            <a:endParaRPr/>
          </a:p>
        </p:txBody>
      </p:sp>
      <p:sp>
        <p:nvSpPr>
          <p:cNvPr id="108" name="Google Shape;108;p13"/>
          <p:cNvSpPr/>
          <p:nvPr/>
        </p:nvSpPr>
        <p:spPr>
          <a:xfrm>
            <a:off x="851947" y="2936829"/>
            <a:ext cx="1458000" cy="3321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1905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Conv1D (k=3)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8449838" y="1689363"/>
            <a:ext cx="498600" cy="59760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9994962" y="4400303"/>
            <a:ext cx="2511300" cy="55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data to pretrain?</a:t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>
            <a:off x="10020537" y="5912441"/>
            <a:ext cx="2511300" cy="55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here in the network to be loaded?</a:t>
            </a:r>
            <a:endParaRPr/>
          </a:p>
        </p:txBody>
      </p:sp>
      <p:sp>
        <p:nvSpPr>
          <p:cNvPr id="112" name="Google Shape;112;p13"/>
          <p:cNvSpPr/>
          <p:nvPr/>
        </p:nvSpPr>
        <p:spPr>
          <a:xfrm>
            <a:off x="10020537" y="6668503"/>
            <a:ext cx="2511300" cy="55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measure?</a:t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9994962" y="5156366"/>
            <a:ext cx="2511300" cy="55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layer is important?</a:t>
            </a:r>
            <a:endParaRPr/>
          </a:p>
        </p:txBody>
      </p:sp>
      <p:sp>
        <p:nvSpPr>
          <p:cNvPr id="114" name="Google Shape;114;p13"/>
          <p:cNvSpPr/>
          <p:nvPr/>
        </p:nvSpPr>
        <p:spPr>
          <a:xfrm>
            <a:off x="9301088" y="4417563"/>
            <a:ext cx="498600" cy="519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Q1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9314925" y="5173613"/>
            <a:ext cx="498600" cy="5196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Q2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9314925" y="5929663"/>
            <a:ext cx="498600" cy="5196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Q3</a:t>
            </a:r>
            <a:endParaRPr b="1" sz="1500">
              <a:solidFill>
                <a:schemeClr val="lt1"/>
              </a:solidFill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9314925" y="6685713"/>
            <a:ext cx="498600" cy="519600"/>
          </a:xfrm>
          <a:prstGeom prst="roundRect">
            <a:avLst>
              <a:gd fmla="val 16667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</a:rPr>
              <a:t>Q4</a:t>
            </a:r>
            <a:endParaRPr b="1" sz="1500">
              <a:solidFill>
                <a:schemeClr val="lt1"/>
              </a:solidFill>
            </a:endParaRPr>
          </a:p>
        </p:txBody>
      </p:sp>
      <p:cxnSp>
        <p:nvCxnSpPr>
          <p:cNvPr id="118" name="Google Shape;118;p13"/>
          <p:cNvCxnSpPr>
            <a:stCxn id="107" idx="1"/>
            <a:endCxn id="114" idx="0"/>
          </p:cNvCxnSpPr>
          <p:nvPr/>
        </p:nvCxnSpPr>
        <p:spPr>
          <a:xfrm flipH="1">
            <a:off x="9550362" y="2692329"/>
            <a:ext cx="444600" cy="1725300"/>
          </a:xfrm>
          <a:prstGeom prst="curved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9" name="Google Shape;119;p13"/>
          <p:cNvCxnSpPr>
            <a:stCxn id="106" idx="1"/>
            <a:endCxn id="115" idx="3"/>
          </p:cNvCxnSpPr>
          <p:nvPr/>
        </p:nvCxnSpPr>
        <p:spPr>
          <a:xfrm flipH="1">
            <a:off x="9813462" y="3457278"/>
            <a:ext cx="181500" cy="1976100"/>
          </a:xfrm>
          <a:prstGeom prst="curvedConnector3">
            <a:avLst>
              <a:gd fmla="val 4998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0" name="Google Shape;120;p13"/>
          <p:cNvCxnSpPr>
            <a:stCxn id="106" idx="1"/>
            <a:endCxn id="116" idx="3"/>
          </p:cNvCxnSpPr>
          <p:nvPr/>
        </p:nvCxnSpPr>
        <p:spPr>
          <a:xfrm flipH="1">
            <a:off x="9813462" y="3457278"/>
            <a:ext cx="181500" cy="2732100"/>
          </a:xfrm>
          <a:prstGeom prst="curvedConnector3">
            <a:avLst>
              <a:gd fmla="val 49983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